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64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queues, no booking, double booking.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mix of scheduling and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flowchart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demo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takeaway, then open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41148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411480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6749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web platform to book EV charging slots in advance and cut waiting time.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31074" y="1924241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Mobility • Smart Transportation • Sustainable Tech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94922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[K.YAKSHIT]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[A.SWARAJ]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[CH.PRANAY]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[CH.NEERAJ]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752153" y="2767693"/>
            <a:ext cx="493776" cy="987552"/>
          </a:xfrm>
          <a:prstGeom prst="roundRect">
            <a:avLst>
              <a:gd name="adj" fmla="val 11111"/>
            </a:avLst>
          </a:prstGeom>
          <a:solidFill>
            <a:srgbClr val="1E8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2011" y="2857500"/>
            <a:ext cx="318211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44572" y="32789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dirty="0">
                <a:solidFill>
                  <a:srgbClr val="FFFFFF"/>
                </a:solidFill>
              </a:rPr>
              <a:t>⚡</a:t>
            </a:r>
            <a:endParaRPr lang="en-US" sz="1680" dirty="0"/>
          </a:p>
        </p:txBody>
      </p:sp>
      <p:sp>
        <p:nvSpPr>
          <p:cNvPr id="22" name="Shape 20"/>
          <p:cNvSpPr/>
          <p:nvPr/>
        </p:nvSpPr>
        <p:spPr>
          <a:xfrm>
            <a:off x="7443216" y="3337560"/>
            <a:ext cx="384048" cy="219456"/>
          </a:xfrm>
          <a:prstGeom prst="line">
            <a:avLst/>
          </a:prstGeom>
          <a:noFill/>
          <a:ln w="25400">
            <a:solidFill>
              <a:srgbClr val="0B3B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2699" y="3302617"/>
            <a:ext cx="1609344" cy="452628"/>
          </a:xfrm>
          <a:prstGeom prst="roundRect">
            <a:avLst>
              <a:gd name="adj" fmla="val 20202"/>
            </a:avLst>
          </a:prstGeom>
          <a:solidFill>
            <a:srgbClr val="16A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5606579" y="2992374"/>
            <a:ext cx="905256" cy="352044"/>
          </a:xfrm>
          <a:prstGeom prst="roundRect">
            <a:avLst>
              <a:gd name="adj" fmla="val 31169"/>
            </a:avLst>
          </a:prstGeom>
          <a:solidFill>
            <a:srgbClr val="16A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5702590" y="3086383"/>
            <a:ext cx="704088" cy="201168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>
            <a:off x="5551714" y="3721608"/>
            <a:ext cx="301752" cy="301752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72061" y="3746124"/>
            <a:ext cx="301752" cy="301752"/>
          </a:xfrm>
          <a:prstGeom prst="ellipse">
            <a:avLst/>
          </a:prstGeom>
          <a:solidFill>
            <a:srgbClr val="0B3B5B"/>
          </a:solidFill>
          <a:ln/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FD2D4B6-5AC5-5C16-8957-326944A86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695"/>
            <a:ext cx="9144000" cy="1490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63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usage is growing fast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 are in high demand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06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schedule = long waiting times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are used inefficiently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576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at stations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advance booking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manage schedules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 of slots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183130"/>
            <a:ext cx="1097280" cy="308610"/>
          </a:xfrm>
          <a:prstGeom prst="roundRect">
            <a:avLst>
              <a:gd name="adj" fmla="val 2963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86350" y="2011680"/>
            <a:ext cx="617220" cy="240030"/>
          </a:xfrm>
          <a:prstGeom prst="roundRect">
            <a:avLst>
              <a:gd name="adj" fmla="val 45714"/>
            </a:avLst>
          </a:prstGeom>
          <a:solidFill>
            <a:srgbClr val="16A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54930" y="2052828"/>
            <a:ext cx="480060" cy="137160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52060" y="2388870"/>
            <a:ext cx="205740" cy="205740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18" name="Shape 16"/>
          <p:cNvSpPr/>
          <p:nvPr/>
        </p:nvSpPr>
        <p:spPr>
          <a:xfrm>
            <a:off x="5532120" y="2388870"/>
            <a:ext cx="205740" cy="205740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3006090"/>
            <a:ext cx="1097280" cy="308610"/>
          </a:xfrm>
          <a:prstGeom prst="roundRect">
            <a:avLst>
              <a:gd name="adj" fmla="val 29630"/>
            </a:avLst>
          </a:prstGeom>
          <a:solidFill>
            <a:srgbClr val="1E88E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7950" y="2834640"/>
            <a:ext cx="617220" cy="240030"/>
          </a:xfrm>
          <a:prstGeom prst="roundRect">
            <a:avLst>
              <a:gd name="adj" fmla="val 45714"/>
            </a:avLst>
          </a:prstGeom>
          <a:solidFill>
            <a:srgbClr val="1E8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26530" y="2875788"/>
            <a:ext cx="480060" cy="137160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23660" y="3211830"/>
            <a:ext cx="205740" cy="205740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211830"/>
            <a:ext cx="205740" cy="205740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2183130"/>
            <a:ext cx="1097280" cy="308610"/>
          </a:xfrm>
          <a:prstGeom prst="roundRect">
            <a:avLst>
              <a:gd name="adj" fmla="val 2963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7829550" y="2011680"/>
            <a:ext cx="617220" cy="240030"/>
          </a:xfrm>
          <a:prstGeom prst="roundRect">
            <a:avLst>
              <a:gd name="adj" fmla="val 45714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7898130" y="2052828"/>
            <a:ext cx="480060" cy="137160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95260" y="2388870"/>
            <a:ext cx="205740" cy="205740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5320" y="2388870"/>
            <a:ext cx="205740" cy="205740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1097280"/>
            <a:ext cx="370332" cy="740664"/>
          </a:xfrm>
          <a:prstGeom prst="roundRect">
            <a:avLst>
              <a:gd name="adj" fmla="val 14815"/>
            </a:avLst>
          </a:prstGeom>
          <a:solidFill>
            <a:srgbClr val="1E88E5"/>
          </a:solidFill>
          <a:ln/>
        </p:spPr>
      </p:sp>
      <p:sp>
        <p:nvSpPr>
          <p:cNvPr id="30" name="Shape 28"/>
          <p:cNvSpPr/>
          <p:nvPr/>
        </p:nvSpPr>
        <p:spPr>
          <a:xfrm>
            <a:off x="7838237" y="1179576"/>
            <a:ext cx="238658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13548" y="1426464"/>
            <a:ext cx="2880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FFFFFF"/>
                </a:solidFill>
              </a:rPr>
              <a:t>⚡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8142732" y="1508760"/>
            <a:ext cx="288036" cy="164592"/>
          </a:xfrm>
          <a:prstGeom prst="line">
            <a:avLst/>
          </a:prstGeom>
          <a:noFill/>
          <a:ln w="25400">
            <a:solidFill>
              <a:srgbClr val="0B3B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840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charging station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45 min wait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slot scheduling + live visual animation in one simple website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E8F5E9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93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3172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booking interface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car drives to the station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charging progress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slot cancellation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993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33172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time slots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charging slots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duplicate bookings in a session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booking confirmation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charging progress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143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3B5B"/>
                </a:solidFill>
              </a:rPr>
              <a:t>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08760" y="109728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1E88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1143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96312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3B5B"/>
                </a:solidFill>
              </a:rPr>
              <a:t>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0" y="109728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0" y="1143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3B5B"/>
                </a:solidFill>
              </a:rPr>
              <a:t>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77640" y="109728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1E88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77640" y="1143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65192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3B5B"/>
                </a:solidFill>
              </a:rPr>
              <a:t>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12080" y="109728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12080" y="1143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Drives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99632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3B5B"/>
                </a:solidFill>
              </a:rPr>
              <a:t>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109728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1E88E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1143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34072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3B5B"/>
                </a:solidFill>
              </a:rPr>
              <a:t>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1097280"/>
            <a:ext cx="1005840" cy="118872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80960" y="1143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🎉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2606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2679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User-selected charging time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514600" y="2606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E8F5E9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606040" y="2679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60604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checks slot availability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2606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54880" y="2679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check + duplicate prevention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12280" y="2606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E8F5E9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2679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+ charging progress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journey: simple, interactive and user-friendly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0972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83080" y="109728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1E88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83080" y="10972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+ car animation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0B3B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0" y="10972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logic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13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algorithms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060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availability check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 prevention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• Progress simulation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160520" cy="1280160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6393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technologies?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319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build and maintain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works in any browser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front-end prototypes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097280"/>
            <a:ext cx="4069080" cy="27432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1170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55448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lookup (array)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121408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insertion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121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88336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26883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(filter)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6883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25526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3255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(booked slots)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325526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02336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402336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current version is a front-end prototype with no permanent database storage.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54964"/>
            <a:ext cx="4041648" cy="177165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19050">
            <a:solidFill>
              <a:srgbClr val="1E88E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-269748" y="1017923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2606040"/>
            <a:ext cx="9144000" cy="41148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278892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160270"/>
            <a:ext cx="1243584" cy="349758"/>
          </a:xfrm>
          <a:prstGeom prst="roundRect">
            <a:avLst>
              <a:gd name="adj" fmla="val 26144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1186434" y="1965960"/>
            <a:ext cx="699516" cy="272034"/>
          </a:xfrm>
          <a:prstGeom prst="roundRect">
            <a:avLst>
              <a:gd name="adj" fmla="val 40336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1264158" y="2012594"/>
            <a:ext cx="544068" cy="155448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7572" y="2393442"/>
            <a:ext cx="233172" cy="233172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1640" y="2393442"/>
            <a:ext cx="233172" cy="233172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23" name="Shape 21"/>
          <p:cNvSpPr/>
          <p:nvPr/>
        </p:nvSpPr>
        <p:spPr>
          <a:xfrm>
            <a:off x="2500884" y="1788305"/>
            <a:ext cx="370332" cy="777240"/>
          </a:xfrm>
          <a:prstGeom prst="roundRect">
            <a:avLst>
              <a:gd name="adj" fmla="val 14815"/>
            </a:avLst>
          </a:prstGeom>
          <a:solidFill>
            <a:srgbClr val="1E88E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2578151" y="1876970"/>
            <a:ext cx="238658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53462" y="2199132"/>
            <a:ext cx="2880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FFFFFF"/>
                </a:solidFill>
              </a:rPr>
              <a:t>⚡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2779776" y="2204618"/>
            <a:ext cx="288036" cy="164592"/>
          </a:xfrm>
          <a:prstGeom prst="line">
            <a:avLst/>
          </a:prstGeom>
          <a:noFill/>
          <a:ln w="25400">
            <a:solidFill>
              <a:srgbClr val="0B3B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45536"/>
            <a:ext cx="3722914" cy="1600200"/>
          </a:xfrm>
          <a:prstGeom prst="roundRect">
            <a:avLst>
              <a:gd name="adj" fmla="val 5714"/>
            </a:avLst>
          </a:prstGeom>
          <a:solidFill>
            <a:srgbClr val="0B3B5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-39189" y="3300331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Slot: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 – 11 AM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Status: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Booked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Status: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80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results – prototype demonstration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8469C4C-0DDD-ED9F-37CB-12176598B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822960"/>
            <a:ext cx="4791456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70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630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website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cancellation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car movement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progress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926080" cy="2331720"/>
          </a:xfrm>
          <a:prstGeom prst="roundRect">
            <a:avLst>
              <a:gd name="adj" fmla="val 3922"/>
            </a:avLst>
          </a:prstGeom>
          <a:solidFill>
            <a:srgbClr val="E8F5E9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46304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for records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station availability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4630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 and schedules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3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 infrastructure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0B3B5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0" y="48920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229100"/>
            <a:ext cx="1024128" cy="288036"/>
          </a:xfrm>
          <a:prstGeom prst="roundRect">
            <a:avLst>
              <a:gd name="adj" fmla="val 31746"/>
            </a:avLst>
          </a:prstGeom>
          <a:solidFill>
            <a:srgbClr val="16A34A"/>
          </a:solidFill>
          <a:ln/>
        </p:spPr>
      </p:sp>
      <p:sp>
        <p:nvSpPr>
          <p:cNvPr id="27" name="Shape 25"/>
          <p:cNvSpPr/>
          <p:nvPr/>
        </p:nvSpPr>
        <p:spPr>
          <a:xfrm>
            <a:off x="772668" y="4069080"/>
            <a:ext cx="576072" cy="224028"/>
          </a:xfrm>
          <a:prstGeom prst="roundRect">
            <a:avLst>
              <a:gd name="adj" fmla="val 48980"/>
            </a:avLst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836676" y="4107485"/>
            <a:ext cx="448056" cy="128016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40664" y="4421124"/>
            <a:ext cx="192024" cy="192024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8720" y="4421124"/>
            <a:ext cx="192024" cy="192024"/>
          </a:xfrm>
          <a:prstGeom prst="ellipse">
            <a:avLst/>
          </a:prstGeom>
          <a:solidFill>
            <a:srgbClr val="0B3B5B"/>
          </a:solidFill>
          <a:ln/>
        </p:spPr>
      </p:sp>
      <p:sp>
        <p:nvSpPr>
          <p:cNvPr id="31" name="Shape 29"/>
          <p:cNvSpPr/>
          <p:nvPr/>
        </p:nvSpPr>
        <p:spPr>
          <a:xfrm>
            <a:off x="7863840" y="3840480"/>
            <a:ext cx="329184" cy="658368"/>
          </a:xfrm>
          <a:prstGeom prst="roundRect">
            <a:avLst>
              <a:gd name="adj" fmla="val 16667"/>
            </a:avLst>
          </a:prstGeom>
          <a:solidFill>
            <a:srgbClr val="1E88E5"/>
          </a:solidFill>
          <a:ln/>
        </p:spPr>
      </p:sp>
      <p:sp>
        <p:nvSpPr>
          <p:cNvPr id="32" name="Shape 30"/>
          <p:cNvSpPr/>
          <p:nvPr/>
        </p:nvSpPr>
        <p:spPr>
          <a:xfrm>
            <a:off x="7922362" y="3913632"/>
            <a:ext cx="212141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00416" y="41330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FFFFFF"/>
                </a:solidFill>
              </a:rPr>
              <a:t>⚡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8193024" y="4206240"/>
            <a:ext cx="256032" cy="146304"/>
          </a:xfrm>
          <a:prstGeom prst="line">
            <a:avLst/>
          </a:prstGeom>
          <a:noFill/>
          <a:ln w="25400">
            <a:solidFill>
              <a:srgbClr val="0B3B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36393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“Making EV charging smarter, simpler, and more accessible through technology.”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19456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Slide">
            <a:extLst>
              <a:ext uri="{FF2B5EF4-FFF2-40B4-BE49-F238E27FC236}">
                <a16:creationId xmlns:a16="http://schemas.microsoft.com/office/drawing/2014/main" id="{1227B143-B4C1-1460-F81D-ACAF002B1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6"/>
            <a:ext cx="9144000" cy="514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52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464</Words>
  <Application>Microsoft Office PowerPoint</Application>
  <PresentationFormat>On-screen Show (16:9)</PresentationFormat>
  <Paragraphs>137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Slot Scheduler</dc:title>
  <dc:subject>PptxGenJS Presentation</dc:subject>
  <dc:creator>PptxGenJS</dc:creator>
  <cp:lastModifiedBy>Yakshit Ratan Deep</cp:lastModifiedBy>
  <cp:revision>4</cp:revision>
  <dcterms:created xsi:type="dcterms:W3CDTF">2026-10-03T05:28:10Z</dcterms:created>
  <dcterms:modified xsi:type="dcterms:W3CDTF">2026-10-03T08:51:04Z</dcterms:modified>
</cp:coreProperties>
</file>